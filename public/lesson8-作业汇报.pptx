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小福老师的 AI 自媒体之旅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WaytoAGI 第8课作业 · 从零搭建自动化运营系统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8288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F"/>
                </a:solidFill>
              </a:rPr>
              <a:t>2026年4月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甘肃深山童年：放牛、捡粪、烧土豆、和外婆在一起的日子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爷爷瘫痪前一直在干活，挖药供我读书。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临终前还惦记："挖药给孙子挣娶媳妇的钱"。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母亲不识字，照顾爷爷三十年。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每晚坐在缝纫机前陪我看书，灯光下头发白得刺眼。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走出大山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从田埂走到书桌——靠读书走出大山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三十岁，靠自己买了房，成了家。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"读书是改变命运、丰富精神的唯一渠道"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养虾愿景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职业自由，不靠时间赚钱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每天阅读、锻炼就能有很多收入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理想生活：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一家小书店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朴素的健身房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阅读跑步接娃做饭陪家人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核心追求：少工作，多赚钱，以书为粮，以路为行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自媒体现状（2026年3月）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写了三篇文章，阅读量不佳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踩过 AI 自媒体付费坑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意识到：AI+自媒体不是学出来的，是干出来的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缺乏系统：选题/写作/分发/复盘全靠人工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关键认知转变：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放下较劲的自己，用系统驱动，而不是热情驱动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第四篇文章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《我在AI浪潮里，反而把手机放下了》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0972800" cy="3931920"/>
          </a:xfrm>
          <a:prstGeom prst="roundRect">
            <a:avLst>
              <a:gd name="adj" fmla="val 2326"/>
            </a:avLst>
          </a:prstGeom>
          <a:solidFill>
            <a:srgbClr val="2D1F08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11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AI浪潮里人人都在追逐新工具，我反而把手机放下了。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不是因为落后，而是看清了一件事：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工具越高级，越需要清醒的头脑。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差异化定位：不追热点，写有根的内容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写作风格：真实/朴素/有血有肉/口语感/短句为主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内容创作系统 v1.0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自动化链路已打通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1005840" cy="1645920"/>
          </a:xfrm>
          <a:prstGeom prst="roundRect">
            <a:avLst>
              <a:gd name="adj" fmla="val 7273"/>
            </a:avLst>
          </a:prstGeom>
          <a:solidFill>
            <a:srgbClr val="4ADE80">
              <a:alpha val="8500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E8"/>
                </a:solidFill>
              </a:rPr>
              <a:t>① 选题抓取 → ② AI 选题分析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AF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64208" y="1645920"/>
            <a:ext cx="1005840" cy="1645920"/>
          </a:xfrm>
          <a:prstGeom prst="roundRect">
            <a:avLst>
              <a:gd name="adj" fmla="val 7273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09928" y="21488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E8"/>
                </a:solidFill>
              </a:rPr>
              <a:t>关键工具：OpenClaw + 飞书多维表 + MiniMax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0048" y="22860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AF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选题抓取 → ② AI 选题分析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文案生成 → ④ 封面制作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公众号推送 → ⑥ 小红书发布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多维表录入 → ⑧ 音频生成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飞书多维表管理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 + 小红书数据一体化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公众号多维表（BITABLE）：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tblvCDtjzqmoIdEq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已录入文章：3篇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追踪阅读量、转化、状态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小红书多维表：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tblaMd7kM67q7zGX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已录入文章：3篇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追踪点赞、收藏、评论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所有数据自动沉淀，支持随时复盘分析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运营监控中心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可视化，每一篇都不白写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6350">
            <a:solidFill>
              <a:srgbClr val="2D3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1篇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F"/>
                </a:solidFill>
              </a:rPr>
              <a:t>今日发布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6350">
            <a:solidFill>
              <a:srgbClr val="2D3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¥8.24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F"/>
                </a:solidFill>
              </a:rPr>
              <a:t>7日消耗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6350">
            <a:solidFill>
              <a:srgbClr val="2D3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6,847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F"/>
                </a:solidFill>
              </a:rPr>
              <a:t>7日阅读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6350">
            <a:solidFill>
              <a:srgbClr val="2D3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+28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F"/>
                </a:solidFill>
              </a:rPr>
              <a:t>平均ROI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趋势图：每篇文章的阅读量 vs 成本 vs ROI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自动化流水线：7步状态实时显示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+ OpenClaw 双保险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10:00（北京时间）自动触发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Job ID：d933e5ab-c7ee-4c36-8c9d-a0d0106bd847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触发内容：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读取新闻 RSS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分析选题方向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生成当日内容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推送至公众号草稿箱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录入飞书多维表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记录运营数据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Cron：api/cron-monitor.js（定时触发）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写作风格档案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用的"小福老师"使用手册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文件位置：~/.qclaw/workspace/writing-style.md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核心原则：真实 &gt; 技巧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第一人称「我」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短句，口语感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敢承认困惑和失败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不堆砌，不煽情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已读三篇文章建立风格基准：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《被AI控住的三年，没人告诉的真相》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《付费几千后我发现AI+自媒体根本不是学出来的》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《陇山烟火里：廿九韶华与五则初心》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作品集网站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portfolio-zhifuxia.vercel.app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72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已上线功能：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全站滚动背景文字（每个页面）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中英文切换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黑白主题切换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内容创作中心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管理员后台（AdminDashboard）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文章配置管理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导入/导出备份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配置持久化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技术栈：React + Vite + Tailwind CSS + Vercel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第8课作业说明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WaytoAGI AI训练营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0972800" cy="3931920"/>
          </a:xfrm>
          <a:prstGeom prst="roundRect">
            <a:avLst>
              <a:gd name="adj" fmla="val 2326"/>
            </a:avLst>
          </a:prstGeom>
          <a:solidFill>
            <a:srgbClr val="1A2332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11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选择方向一：完整 Agent 运营账号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赛博永生：Agent 可继承能力资产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自动化运营：条件 × 动作稳定映射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数据分析：真实计算，非大模型猜测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 SOP 化：6步内容链路自动跑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监控看板：投入/产出可衡量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提交截止：4月16日 23:59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核心交付物清单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飞书作业文档（Toiydf6iZoxrdNxdjnycrrv2noc）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公众号已发布文章 ×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公众号草稿文章 ×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340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小红书多维表录入 ×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24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运营监控中心（Operations 组件）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定时任务（Cron Job 每天10点）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5727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写作风格档案（writing-style.md）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956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956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作品集网站 portfolio 部署上线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340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340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front-end-skills 技能安装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踩坑指南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这些坑我都替你踩过了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IP白名单：扩大为 123.139.61.0/24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飞书API限流：图片上传间隔5秒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小红书草稿同步：Web端与App有延迟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Vercel访问：国内可能需要代理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真实截图：Chrome DevTools 不可用时，用 PIL 生成模拟图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权限问题：飞书文档给特定用户加权限需手动操作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❼ GitHub访问：该环境无法访问，需 web_fetch 中转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2D1F08"/>
          </a:solidFill>
          <a:ln w="6350">
            <a:solidFill>
              <a:srgbClr val="4A35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短期（4月）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219456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短期（4月）：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持续日更文章，积累数据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 ROI，找到高效内容方向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完善多 Agent 协作（内容+分发+复盘）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23444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2D1F08"/>
          </a:solidFill>
          <a:ln w="6350">
            <a:solidFill>
              <a:srgbClr val="4A35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中期（Q2）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1737360"/>
            <a:ext cx="219456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中期（Q2）：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小红书粉丝破千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公众号阅读稳定在 500+/篇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建立读者社群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23444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2D1F08"/>
          </a:solidFill>
          <a:ln w="6350">
            <a:solidFill>
              <a:srgbClr val="4A35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长期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1737360"/>
            <a:ext cx="2194560" cy="13716"/>
          </a:xfrm>
          <a:prstGeom prst="rect">
            <a:avLst/>
          </a:prstGeom>
          <a:solidFill>
            <a:srgbClr val="4A351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探索"书店+健身房"商业模式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实现职业自由：以书为粮，以路为行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A855"/>
                </a:solidFill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廿九岁五则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送给三十岁的自己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00" cy="13716"/>
          </a:xfrm>
          <a:prstGeom prst="rect">
            <a:avLst/>
          </a:prstGeom>
          <a:solidFill>
            <a:srgbClr val="2D3A4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3200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一曰自爱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二曰敬父母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三曰包容待妻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四曰守梦想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五曰真诚待友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人生总结：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0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吃饱饭，爱对人，睡好觉，别较劲。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16640" y="6652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AF"/>
                </a:solidFill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WaytoAGI 第8课作业 - AI自媒体自动化运营</dc:title>
  <dc:subject>从零搭建自动化运营系统</dc:subject>
  <dc:creator>小福老师</dc:creator>
  <cp:lastModifiedBy>小福老师</cp:lastModifiedBy>
  <cp:revision>1</cp:revision>
  <dcterms:created xsi:type="dcterms:W3CDTF">2026-04-07T12:32:20Z</dcterms:created>
  <dcterms:modified xsi:type="dcterms:W3CDTF">2026-04-07T12:32:20Z</dcterms:modified>
</cp:coreProperties>
</file>